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home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home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search.png"/><Relationship Id="rId3" Type="http://schemas.openxmlformats.org/officeDocument/2006/relationships/image" Target="../media/ppt-search-results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categories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recipe-detail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create-menu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create-recipe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saved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login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settings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dark-mode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meal-plan-create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meal-plan-detail.png"/><Relationship Id="rId3" Type="http://schemas.openxmlformats.org/officeDocument/2006/relationships/image" Target="../media/ppt-meal-plan-add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ppt-meal-plan-ingredients.jp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EEF4FF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768096" y="731520"/>
            <a:ext cx="868680" cy="868680"/>
          </a:xfrm>
          <a:prstGeom prst="round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1005840" y="93268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>
              <a:spcAft>
                <a:spcPts val="60"/>
              </a:spcAft>
              <a:buNone/>
            </a:pPr>
            <a:r>
              <a:rPr lang="en-US" sz="2700" b="1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49808" y="1938528"/>
            <a:ext cx="4846320" cy="6583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800" b="1">
                <a:solidFill>
                  <a:srgbClr val="172033"/>
                </a:solidFill>
                <a:latin typeface="Aptos"/>
              </a:rPr>
              <a:t>Rencipe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6384" y="2651760"/>
            <a:ext cx="4800600" cy="6766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800">
                <a:solidFill>
                  <a:srgbClr val="64748B"/>
                </a:solidFill>
                <a:latin typeface="Aptos"/>
              </a:rPr>
              <a:t>A Cloud-Based Recipe Sharing Platform for All Ages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04672" y="3703320"/>
            <a:ext cx="5029200" cy="1737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450">
                <a:solidFill>
                  <a:srgbClr val="172033"/>
                </a:solidFill>
                <a:latin typeface="Aptos"/>
              </a:rPr>
              <a:t>CPSC 597 Project Presentation</a:t>
            </a:r>
          </a:p>
          <a:p>
            <a:pPr algn="l">
              <a:spcAft>
                <a:spcPts val="60"/>
              </a:spcAft>
              <a:buNone/>
            </a:pPr>
            <a:r>
              <a:rPr lang="en-US" sz="1450">
                <a:solidFill>
                  <a:srgbClr val="172033"/>
                </a:solidFill>
                <a:latin typeface="Aptos"/>
              </a:rPr>
              <a:t>Zhibin Ren</a:t>
            </a:r>
          </a:p>
          <a:p>
            <a:pPr algn="l">
              <a:spcAft>
                <a:spcPts val="60"/>
              </a:spcAft>
              <a:buNone/>
            </a:pPr>
            <a:r>
              <a:rPr lang="en-US" sz="1450">
                <a:solidFill>
                  <a:srgbClr val="172033"/>
                </a:solidFill>
                <a:latin typeface="Aptos"/>
              </a:rPr>
              <a:t>Department of Computer Science</a:t>
            </a:r>
          </a:p>
          <a:p>
            <a:pPr algn="l">
              <a:spcAft>
                <a:spcPts val="60"/>
              </a:spcAft>
              <a:buNone/>
            </a:pPr>
            <a:r>
              <a:rPr lang="en-US" sz="1450">
                <a:solidFill>
                  <a:srgbClr val="172033"/>
                </a:solidFill>
                <a:latin typeface="Aptos"/>
              </a:rPr>
              <a:t>Advisor: Christopher Ryu, Ph.D.</a:t>
            </a:r>
          </a:p>
          <a:p>
            <a:pPr algn="l">
              <a:spcAft>
                <a:spcPts val="60"/>
              </a:spcAft>
              <a:buNone/>
            </a:pPr>
            <a:r>
              <a:rPr lang="en-US" sz="1450">
                <a:solidFill>
                  <a:srgbClr val="172033"/>
                </a:solidFill>
                <a:latin typeface="Aptos"/>
              </a:rPr>
              <a:t>Reviewer: Bin Cong, Ph.D.</a:t>
            </a:r>
          </a:p>
          <a:p>
            <a:pPr algn="l">
              <a:spcAft>
                <a:spcPts val="60"/>
              </a:spcAft>
              <a:buNone/>
            </a:pPr>
            <a:r>
              <a:rPr lang="en-US" sz="1450">
                <a:solidFill>
                  <a:srgbClr val="172033"/>
                </a:solidFill>
                <a:latin typeface="Aptos"/>
              </a:rPr>
              <a:t>May 2026</a:t>
            </a:r>
          </a:p>
        </p:txBody>
      </p:sp>
      <p:sp>
        <p:nvSpPr>
          <p:cNvPr id="9" name="Shape 9"/>
          <p:cNvSpPr/>
          <p:nvPr/>
        </p:nvSpPr>
        <p:spPr>
          <a:xfrm>
            <a:off x="7854696" y="512064"/>
            <a:ext cx="2750545" cy="58247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10" name="pp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566928"/>
            <a:ext cx="2640817" cy="57150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Background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Project topic and context</a:t>
            </a:r>
          </a:p>
        </p:txBody>
      </p:sp>
      <p:sp>
        <p:nvSpPr>
          <p:cNvPr id="4" name="Shape 4"/>
          <p:cNvSpPr/>
          <p:nvPr/>
        </p:nvSpPr>
        <p:spPr>
          <a:xfrm>
            <a:off x="621792" y="1600200"/>
            <a:ext cx="109728" cy="4160520"/>
          </a:xfrm>
          <a:prstGeom prst="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5" name="Bullets 5"/>
          <p:cNvSpPr txBox="1"/>
          <p:nvPr/>
        </p:nvSpPr>
        <p:spPr>
          <a:xfrm>
            <a:off x="987552" y="1664208"/>
            <a:ext cx="9784080" cy="402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Recipes, meal ideas, and cooking instructions often live in separate tools.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Households need one place to discover, save, create, and plan meals.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Rencipe focuses on everyday recipe workflows with a clean mobile-first interface.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Motivation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Why this project matters</a:t>
            </a:r>
          </a:p>
        </p:txBody>
      </p:sp>
      <p:sp>
        <p:nvSpPr>
          <p:cNvPr id="4" name="Shape 4"/>
          <p:cNvSpPr/>
          <p:nvPr/>
        </p:nvSpPr>
        <p:spPr>
          <a:xfrm>
            <a:off x="621792" y="1600200"/>
            <a:ext cx="109728" cy="4160520"/>
          </a:xfrm>
          <a:prstGeom prst="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5" name="Bullets 5"/>
          <p:cNvSpPr txBox="1"/>
          <p:nvPr/>
        </p:nvSpPr>
        <p:spPr>
          <a:xfrm>
            <a:off x="987552" y="1664208"/>
            <a:ext cx="9784080" cy="402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Reduce repeated effort when deciding what to cook.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Make saved and user-created recipes useful beyond browsing.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Build a polished full-stack web application that can be demonstrated end to end.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Problem To Solve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The core user and system problem</a:t>
            </a:r>
          </a:p>
        </p:txBody>
      </p:sp>
      <p:sp>
        <p:nvSpPr>
          <p:cNvPr id="4" name="Shape 4"/>
          <p:cNvSpPr/>
          <p:nvPr/>
        </p:nvSpPr>
        <p:spPr>
          <a:xfrm>
            <a:off x="621792" y="1600200"/>
            <a:ext cx="109728" cy="4160520"/>
          </a:xfrm>
          <a:prstGeom prst="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5" name="Bullets 5"/>
          <p:cNvSpPr txBox="1"/>
          <p:nvPr/>
        </p:nvSpPr>
        <p:spPr>
          <a:xfrm>
            <a:off x="987552" y="1664208"/>
            <a:ext cx="9784080" cy="402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Recipe platforms often emphasize content browsing more than personal organization.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Planning meals across days creates repeated decisions and manual ingredient tracking.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Users need account-aware data, ownership rules, and reliable saved workflows.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Significance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Expected value of the project</a:t>
            </a:r>
          </a:p>
        </p:txBody>
      </p:sp>
      <p:sp>
        <p:nvSpPr>
          <p:cNvPr id="4" name="Shape 4"/>
          <p:cNvSpPr/>
          <p:nvPr/>
        </p:nvSpPr>
        <p:spPr>
          <a:xfrm>
            <a:off x="621792" y="1600200"/>
            <a:ext cx="109728" cy="4160520"/>
          </a:xfrm>
          <a:prstGeom prst="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5" name="Bullets 5"/>
          <p:cNvSpPr txBox="1"/>
          <p:nvPr/>
        </p:nvSpPr>
        <p:spPr>
          <a:xfrm>
            <a:off x="987552" y="1664208"/>
            <a:ext cx="9784080" cy="402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Combines recipe management and meal planning in one deployed application.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Demonstrates full-stack design, secure access, image handling, and responsive UI.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Turns planned recipes into an ingredient list that supports real household preparation.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Goals And Objectives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What Phase 1 set out to achieve</a:t>
            </a:r>
          </a:p>
        </p:txBody>
      </p:sp>
      <p:sp>
        <p:nvSpPr>
          <p:cNvPr id="4" name="Shape 4"/>
          <p:cNvSpPr/>
          <p:nvPr/>
        </p:nvSpPr>
        <p:spPr>
          <a:xfrm>
            <a:off x="621792" y="1600200"/>
            <a:ext cx="109728" cy="4160520"/>
          </a:xfrm>
          <a:prstGeom prst="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5" name="Bullets 5"/>
          <p:cNvSpPr txBox="1"/>
          <p:nvPr/>
        </p:nvSpPr>
        <p:spPr>
          <a:xfrm>
            <a:off x="987552" y="1664208"/>
            <a:ext cx="9784080" cy="402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Build recipe browse, detail, create, edit, image upload, and draft workflows.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Add search, category browsing, saved recipes, login, and account-specific data.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Create meal plans with people, days, meal types, recipe slots, and ingredient lists.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Deploy the application publicly with HTTPS, Nginx, PM2, backend API, and database storage.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Approaches Used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Implementation strategy</a:t>
            </a:r>
          </a:p>
        </p:txBody>
      </p:sp>
      <p:sp>
        <p:nvSpPr>
          <p:cNvPr id="4" name="Shape 4"/>
          <p:cNvSpPr/>
          <p:nvPr/>
        </p:nvSpPr>
        <p:spPr>
          <a:xfrm>
            <a:off x="621792" y="1600200"/>
            <a:ext cx="109728" cy="4160520"/>
          </a:xfrm>
          <a:prstGeom prst="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5" name="Bullets 5"/>
          <p:cNvSpPr txBox="1"/>
          <p:nvPr/>
        </p:nvSpPr>
        <p:spPr>
          <a:xfrm>
            <a:off x="987552" y="1664208"/>
            <a:ext cx="9784080" cy="402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Mobile-first Next.js and React frontend with typed components and CSS Modules.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Express, Node.js, MongoDB, and Mongoose backend for persistent application data.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JWT authentication, role-aware recipe visibility, and owner-checked editing.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Public deployment on Oracle VM using Nginx SSL proxy and PM2 managed processes.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Solutions And Results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What the finished Phase 1 system provides</a:t>
            </a:r>
          </a:p>
        </p:txBody>
      </p:sp>
      <p:sp>
        <p:nvSpPr>
          <p:cNvPr id="4" name="Shape 4"/>
          <p:cNvSpPr/>
          <p:nvPr/>
        </p:nvSpPr>
        <p:spPr>
          <a:xfrm>
            <a:off x="621792" y="1600200"/>
            <a:ext cx="109728" cy="4160520"/>
          </a:xfrm>
          <a:prstGeom prst="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5" name="Bullets 5"/>
          <p:cNvSpPr txBox="1"/>
          <p:nvPr/>
        </p:nvSpPr>
        <p:spPr>
          <a:xfrm>
            <a:off x="987552" y="1664208"/>
            <a:ext cx="9784080" cy="402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Live English demo application is available at rencipe.renstoolbox.com.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Recipe search, category browsing, detail pages, creation, drafts, and saved recipes are working.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Personal collection and meal planning surfaces are the Phase 1 organization path.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Meal plans generate calculated ingredient lists from the recipes assigned to plan slots.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Goal Achievement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Whether the project goals were achieved</a:t>
            </a:r>
          </a:p>
        </p:txBody>
      </p:sp>
      <p:sp>
        <p:nvSpPr>
          <p:cNvPr id="4" name="Shape 4"/>
          <p:cNvSpPr/>
          <p:nvPr/>
        </p:nvSpPr>
        <p:spPr>
          <a:xfrm>
            <a:off x="621792" y="1600200"/>
            <a:ext cx="109728" cy="416052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5" name="Bullets 5"/>
          <p:cNvSpPr txBox="1"/>
          <p:nvPr/>
        </p:nvSpPr>
        <p:spPr>
          <a:xfrm>
            <a:off x="987552" y="1664208"/>
            <a:ext cx="9784080" cy="402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Achieved: core recipe management, account system, saved recipes, meal planning, and deployment.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Achieved: phone-first visual polish and current screenshot-based presentation material.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Achieved: backend-backed demo accounts and role/ownership checks for protected flows.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Deferred: deeper keto-specific nutrition features remain future scope.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658368" y="658368"/>
            <a:ext cx="914400" cy="914400"/>
          </a:xfrm>
          <a:prstGeom prst="round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896112" y="850392"/>
            <a:ext cx="457200" cy="43891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>
              <a:spcAft>
                <a:spcPts val="6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04672" y="2359152"/>
            <a:ext cx="9692640" cy="8686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4200" b="1">
                <a:solidFill>
                  <a:srgbClr val="FFFFFF"/>
                </a:solidFill>
                <a:latin typeface="Aptos"/>
              </a:rPr>
              <a:t>Application Screenshots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41248" y="3310128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800">
                <a:solidFill>
                  <a:srgbClr val="CBD5E1"/>
                </a:solidFill>
                <a:latin typeface="Aptos"/>
              </a:rPr>
              <a:t>The next slides use current app screens as the presentation evidence.</a:t>
            </a:r>
          </a:p>
        </p:txBody>
      </p:sp>
      <p:sp>
        <p:nvSpPr>
          <p:cNvPr id="6" name="Shape 6"/>
          <p:cNvSpPr/>
          <p:nvPr/>
        </p:nvSpPr>
        <p:spPr>
          <a:xfrm>
            <a:off x="841248" y="4160520"/>
            <a:ext cx="3017520" cy="73152"/>
          </a:xfrm>
          <a:prstGeom prst="rect">
            <a:avLst/>
          </a:prstGeom>
          <a:solidFill>
            <a:srgbClr val="4F7CFF"/>
          </a:solidFill>
          <a:ln>
            <a:noFill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Home Page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Recipe discovery starts from a phone-first feed.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Large food imagery makes the first screen visual and recognizable.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Recipe cards show title, uploader identity, save state, and low demo view counts.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Bottom navigation keeps common flows one tap away.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Search Page And Results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Text search is separate from category browsing.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94944" y="1874519"/>
            <a:ext cx="448056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800">
                <a:solidFill>
                  <a:srgbClr val="172033"/>
                </a:solidFill>
                <a:latin typeface="Aptos"/>
              </a:rPr>
              <a:t>Search page supports direct recipe queries, history, and recommendations.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800">
                <a:solidFill>
                  <a:srgbClr val="172033"/>
                </a:solidFill>
                <a:latin typeface="Aptos"/>
              </a:rPr>
              <a:t>Result view filters the recipe database into actionable cards.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800">
                <a:solidFill>
                  <a:srgbClr val="172033"/>
                </a:solidFill>
                <a:latin typeface="Aptos"/>
              </a:rPr>
              <a:t>This flow helps users jump from an idea to a recipe quickly.</a:t>
            </a:r>
          </a:p>
        </p:txBody>
      </p:sp>
      <p:sp>
        <p:nvSpPr>
          <p:cNvPr id="5" name="Shape 5"/>
          <p:cNvSpPr/>
          <p:nvPr/>
        </p:nvSpPr>
        <p:spPr>
          <a:xfrm>
            <a:off x="5477256" y="996696"/>
            <a:ext cx="2370267" cy="5001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051560"/>
            <a:ext cx="2260539" cy="4892040"/>
          </a:xfrm>
          <a:prstGeom prst="rect">
            <a:avLst/>
          </a:prstGeom>
          <a:ln>
            <a:noFill/>
          </a:ln>
        </p:spPr>
      </p:pic>
      <p:sp>
        <p:nvSpPr>
          <p:cNvPr id="7" name="Shape 7"/>
          <p:cNvSpPr/>
          <p:nvPr/>
        </p:nvSpPr>
        <p:spPr>
          <a:xfrm>
            <a:off x="8311896" y="996696"/>
            <a:ext cx="2370267" cy="5001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8" name="ppt-search-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051560"/>
            <a:ext cx="2260539" cy="48920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Category Page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Browsing supports exploration without typing.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Category shortcuts and filter chips support recipe discovery.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The category page stays separate from live search to keep both workflows clear.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Recipe grid layout is tuned for phone-first scanning.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Recipe Detail Page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A recipe opens into a clear cooking reference.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The detail page combines image, metadata, ingredients, and cooking steps.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Ingredients use name-left and amount-right rows for fast reading.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Save and edit controls stay focused on recipe ownership and reuse.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recip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Create Entry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The create action branches into recipe or meal plan creation.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One create button keeps the main navigation compact.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The modal separates recipe creation from meal planning.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This supports fast demo navigation without crowding the app shell.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create-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Create Recipe Page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Recipe creation collects the content needed to publish.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The form supports cover image, basics, ingredients, cooking steps, tags, and draft saving.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Draft support protects incomplete work while users build a recipe.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Publishing requires enough recipe content for a useful detail page.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create-rec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Saved Page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Saved content is the personal collection surface.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Saved recipes and meal plans give users a place to return to useful content.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Saved recipes are the Phase 1 collection path for returning to useful content.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The empty state points users back to Home when there are no saved recipes.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sa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658368" y="658368"/>
            <a:ext cx="914400" cy="914400"/>
          </a:xfrm>
          <a:prstGeom prst="round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896112" y="850392"/>
            <a:ext cx="457200" cy="43891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>
              <a:spcAft>
                <a:spcPts val="6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04672" y="2359152"/>
            <a:ext cx="9692640" cy="8686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4200" b="1">
                <a:solidFill>
                  <a:srgbClr val="FFFFFF"/>
                </a:solidFill>
                <a:latin typeface="Aptos"/>
              </a:rPr>
              <a:t>Supporting Features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41248" y="3310128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800">
                <a:solidFill>
                  <a:srgbClr val="CBD5E1"/>
                </a:solidFill>
                <a:latin typeface="Aptos"/>
              </a:rPr>
              <a:t>Account, settings, and theme support the main recipe workflows.</a:t>
            </a:r>
          </a:p>
        </p:txBody>
      </p:sp>
      <p:sp>
        <p:nvSpPr>
          <p:cNvPr id="6" name="Shape 6"/>
          <p:cNvSpPr/>
          <p:nvPr/>
        </p:nvSpPr>
        <p:spPr>
          <a:xfrm>
            <a:off x="841248" y="4160520"/>
            <a:ext cx="3017520" cy="73152"/>
          </a:xfrm>
          <a:prstGeom prst="rect">
            <a:avLst/>
          </a:prstGeom>
          <a:solidFill>
            <a:srgbClr val="4F7CFF"/>
          </a:solidFill>
          <a:ln>
            <a:noFill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Login Page And Account System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Authentication gates the application and enables user-specific data.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Backend-backed login uses JWT session tokens.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Demo accounts: admin/admin and testuser1/testuser1.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Admin-private recipe visibility and owner edit rules are enforced for the demo.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Settings Page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Account settings make the demo feel complete.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The settings page shows account identity, profile editing, and active shortcuts.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Language and theme controls are visible in the same support surface.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Unlocked shortcut buttons make the Phase 1 demo feel realistic.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Dark Mode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The interface adapts to a darker visual theme.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Dark mode uses the same layout while changing surface and text colors.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The toggle is part of the settings workflow.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This demonstrates UI polish beyond the primary light theme.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dark-mo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658368" y="658368"/>
            <a:ext cx="914400" cy="914400"/>
          </a:xfrm>
          <a:prstGeom prst="roundRect">
            <a:avLst/>
          </a:prstGeom>
          <a:solidFill>
            <a:srgbClr val="4F7CFF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896112" y="850392"/>
            <a:ext cx="457200" cy="43891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>
              <a:spcAft>
                <a:spcPts val="60"/>
              </a:spcAft>
              <a:buNone/>
            </a:pPr>
            <a:r>
              <a:rPr lang="en-US" sz="2800" b="1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04672" y="2359152"/>
            <a:ext cx="9692640" cy="8686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4200" b="1">
                <a:solidFill>
                  <a:srgbClr val="FFFFFF"/>
                </a:solidFill>
                <a:latin typeface="Aptos"/>
              </a:rPr>
              <a:t>Meal Planning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41248" y="3310128"/>
            <a:ext cx="8595360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800">
                <a:solidFill>
                  <a:srgbClr val="CBD5E1"/>
                </a:solidFill>
                <a:latin typeface="Aptos"/>
              </a:rPr>
              <a:t>Meal plans turn saved recipe content into day-by-day decisions.</a:t>
            </a:r>
          </a:p>
        </p:txBody>
      </p:sp>
      <p:sp>
        <p:nvSpPr>
          <p:cNvPr id="6" name="Shape 6"/>
          <p:cNvSpPr/>
          <p:nvPr/>
        </p:nvSpPr>
        <p:spPr>
          <a:xfrm>
            <a:off x="841248" y="4160520"/>
            <a:ext cx="3017520" cy="73152"/>
          </a:xfrm>
          <a:prstGeom prst="rect">
            <a:avLst/>
          </a:prstGeom>
          <a:solidFill>
            <a:srgbClr val="4F7CFF"/>
          </a:solidFill>
          <a:ln>
            <a:noFill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Create Meal Plan Page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A new plan starts with people, days, and meal types.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The default plan name is simple: New Plan.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People, days, and breakfast/lunch/dinner selections define the meal slots.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The form keeps planning focused on what to eat across days.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meal-plan-cre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Plan Detail Page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Plans organize recipes into day-by-day meal slots.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694944" y="1874519"/>
            <a:ext cx="448056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800">
                <a:solidFill>
                  <a:srgbClr val="172033"/>
                </a:solidFill>
                <a:latin typeface="Aptos"/>
              </a:rPr>
              <a:t>Each day contains selected meal types and recipe slots.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800">
                <a:solidFill>
                  <a:srgbClr val="172033"/>
                </a:solidFill>
                <a:latin typeface="Aptos"/>
              </a:rPr>
              <a:t>Recipe selection can pull from this plan, the website recipe list, or saved recipes.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800">
                <a:solidFill>
                  <a:srgbClr val="172033"/>
                </a:solidFill>
                <a:latin typeface="Aptos"/>
              </a:rPr>
              <a:t>The plan detail page is the main workspace for meal decisions.</a:t>
            </a:r>
          </a:p>
        </p:txBody>
      </p:sp>
      <p:sp>
        <p:nvSpPr>
          <p:cNvPr id="5" name="Shape 5"/>
          <p:cNvSpPr/>
          <p:nvPr/>
        </p:nvSpPr>
        <p:spPr>
          <a:xfrm>
            <a:off x="5477256" y="996696"/>
            <a:ext cx="2370267" cy="5001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meal-pla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051560"/>
            <a:ext cx="2260539" cy="4892040"/>
          </a:xfrm>
          <a:prstGeom prst="rect">
            <a:avLst/>
          </a:prstGeom>
          <a:ln>
            <a:noFill/>
          </a:ln>
        </p:spPr>
      </p:pic>
      <p:sp>
        <p:nvSpPr>
          <p:cNvPr id="7" name="Shape 7"/>
          <p:cNvSpPr/>
          <p:nvPr/>
        </p:nvSpPr>
        <p:spPr>
          <a:xfrm>
            <a:off x="8311896" y="996696"/>
            <a:ext cx="2370267" cy="50017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8" name="ppt-meal-plan-a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051560"/>
            <a:ext cx="2260539" cy="48920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Calculated Ingredient List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Meal plan recipes produce a combined ingredient list.</a:t>
            </a:r>
          </a:p>
        </p:txBody>
      </p:sp>
      <p:sp>
        <p:nvSpPr>
          <p:cNvPr id="4" name="Bullets 4"/>
          <p:cNvSpPr txBox="1"/>
          <p:nvPr/>
        </p:nvSpPr>
        <p:spPr>
          <a:xfrm>
            <a:off x="768096" y="1874519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The ingredient list groups recipe ingredients with quantity and source recipe.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This is the planning output that connects recipes to preparation.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1900">
                <a:solidFill>
                  <a:srgbClr val="172033"/>
                </a:solidFill>
                <a:latin typeface="Aptos"/>
              </a:rPr>
              <a:t>It demonstrates the value of meal plans beyond simple recipe bookmarking.</a:t>
            </a:r>
          </a:p>
        </p:txBody>
      </p:sp>
      <p:sp>
        <p:nvSpPr>
          <p:cNvPr id="5" name="Shape 5"/>
          <p:cNvSpPr/>
          <p:nvPr/>
        </p:nvSpPr>
        <p:spPr>
          <a:xfrm>
            <a:off x="8037576" y="658368"/>
            <a:ext cx="2644912" cy="5596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</p:sp>
      <p:pic>
        <p:nvPicPr>
          <p:cNvPr id="6" name="ppt-meal-plan-ingredi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713232"/>
            <a:ext cx="2535184" cy="548640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658368" y="502920"/>
            <a:ext cx="7040880" cy="594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3400" b="1">
                <a:solidFill>
                  <a:srgbClr val="172033"/>
                </a:solidFill>
                <a:latin typeface="Aptos"/>
              </a:rPr>
              <a:t>Success Criteria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694944" y="1115568"/>
            <a:ext cx="7132320" cy="3840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>
              <a:spcAft>
                <a:spcPts val="60"/>
              </a:spcAft>
              <a:buNone/>
            </a:pPr>
            <a:r>
              <a:rPr lang="en-US" sz="1500">
                <a:solidFill>
                  <a:srgbClr val="64748B"/>
                </a:solidFill>
                <a:latin typeface="Aptos"/>
              </a:rPr>
              <a:t>Conclusion: Phase 1 project goals were achieved</a:t>
            </a:r>
          </a:p>
        </p:txBody>
      </p:sp>
      <p:sp>
        <p:nvSpPr>
          <p:cNvPr id="4" name="Shape 4"/>
          <p:cNvSpPr/>
          <p:nvPr/>
        </p:nvSpPr>
        <p:spPr>
          <a:xfrm>
            <a:off x="621792" y="1600200"/>
            <a:ext cx="109728" cy="4160520"/>
          </a:xfrm>
          <a:prstGeom prst="rect">
            <a:avLst/>
          </a:prstGeom>
          <a:solidFill>
            <a:srgbClr val="16A34A"/>
          </a:solidFill>
          <a:ln>
            <a:noFill/>
          </a:ln>
        </p:spPr>
      </p:sp>
      <p:sp>
        <p:nvSpPr>
          <p:cNvPr id="5" name="Bullets 5"/>
          <p:cNvSpPr txBox="1"/>
          <p:nvPr/>
        </p:nvSpPr>
        <p:spPr>
          <a:xfrm>
            <a:off x="987552" y="1664208"/>
            <a:ext cx="9784080" cy="40233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The application is publicly deployed with HTTPS and stable backend/frontend processes.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Users can log in, browse recipes, search, view details, create recipes, and save content.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Recipe visibility and edit ownership rules protect account-specific data.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Users can create meal plans, assign recipes, and view calculated ingredients.</a:t>
            </a:r>
          </a:p>
          <a:p>
            <a:pPr algn="l" marL="285750" indent="-142875">
              <a:spcAft>
                <a:spcPts val="140"/>
              </a:spcAft>
              <a:buChar char="•"/>
            </a:pPr>
            <a:r>
              <a:rPr lang="en-US" sz="2100">
                <a:solidFill>
                  <a:srgbClr val="172033"/>
                </a:solidFill>
                <a:latin typeface="Aptos"/>
              </a:rPr>
              <a:t>Presentation slides now show the project directly with current screenshots.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ncipe Theme">
  <a:themeElements>
    <a:clrScheme name="Rencipe">
      <a:dk1>
        <a:srgbClr val="0F172A"/>
      </a:dk1>
      <a:lt1>
        <a:srgbClr val="FFFFFF"/>
      </a:lt1>
      <a:dk2>
        <a:srgbClr val="334155"/>
      </a:dk2>
      <a:lt2>
        <a:srgbClr val="F8FAFC"/>
      </a:lt2>
      <a:accent1>
        <a:srgbClr val="0F766E"/>
      </a:accent1>
      <a:accent2>
        <a:srgbClr val="2563EB"/>
      </a:accent2>
      <a:accent3>
        <a:srgbClr val="7C3AED"/>
      </a:accent3>
      <a:accent4>
        <a:srgbClr val="EA580C"/>
      </a:accent4>
      <a:accent5>
        <a:srgbClr val="16A34A"/>
      </a:accent5>
      <a:accent6>
        <a:srgbClr val="DC2626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Rencip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GitHub Copilot</Application>
  <PresentationFormat>On-screen Show (16:9)</PresentationFormat>
  <Slides>26</Slides>
  <Company>Rencipe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Rencipe Phase 1 Project Presentation</dc:title>
  <dc:subject>CPSC 597 20-minute demo slide map</dc:subject>
  <dc:creator>GitHub Copilot</dc:creator>
  <cp:lastModifiedBy>GitHub Copilot</cp:lastModifiedBy>
  <dcterms:created xsi:type="dcterms:W3CDTF">2026-05-03T06:15:48Z</dcterms:created>
  <dcterms:modified xsi:type="dcterms:W3CDTF">2026-05-03T06:15:48Z</dcterms:modified>
</cp:coreProperties>
</file>